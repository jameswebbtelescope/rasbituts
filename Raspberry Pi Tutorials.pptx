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9CC6D5-65DD-42D5-BB42-0F0899B7FA06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814763-0D5F-4FA2-9B30-D7F474DC047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68574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System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814763-0D5F-4FA2-9B30-D7F474DC0478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82872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9748F7C-D94B-4FE9-9E4B-89E38A1E2D43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BF1CC8B-7057-4425-80D2-1808324F8922}" type="slidenum">
              <a:rPr lang="da-DK" smtClean="0"/>
              <a:t>‹nr.›</a:t>
            </a:fld>
            <a:endParaRPr lang="da-DK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80769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8F7C-D94B-4FE9-9E4B-89E38A1E2D43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CC8B-7057-4425-80D2-1808324F89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53943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8F7C-D94B-4FE9-9E4B-89E38A1E2D43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CC8B-7057-4425-80D2-1808324F89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61360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8F7C-D94B-4FE9-9E4B-89E38A1E2D43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CC8B-7057-4425-80D2-1808324F89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56944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8F7C-D94B-4FE9-9E4B-89E38A1E2D43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CC8B-7057-4425-80D2-1808324F89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6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8F7C-D94B-4FE9-9E4B-89E38A1E2D43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CC8B-7057-4425-80D2-1808324F89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47673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8F7C-D94B-4FE9-9E4B-89E38A1E2D43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CC8B-7057-4425-80D2-1808324F89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85929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8F7C-D94B-4FE9-9E4B-89E38A1E2D43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CC8B-7057-4425-80D2-1808324F89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94792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8F7C-D94B-4FE9-9E4B-89E38A1E2D43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CC8B-7057-4425-80D2-1808324F89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47424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k 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8F7C-D94B-4FE9-9E4B-89E38A1E2D43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CC8B-7057-4425-80D2-1808324F89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99626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8F7C-D94B-4FE9-9E4B-89E38A1E2D43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CC8B-7057-4425-80D2-1808324F89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026993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8F7C-D94B-4FE9-9E4B-89E38A1E2D43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CC8B-7057-4425-80D2-1808324F8922}" type="slidenum">
              <a:rPr lang="da-DK" smtClean="0"/>
              <a:t>‹nr.›</a:t>
            </a:fld>
            <a:endParaRPr lang="da-DK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5050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8F7C-D94B-4FE9-9E4B-89E38A1E2D43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CC8B-7057-4425-80D2-1808324F89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93461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8F7C-D94B-4FE9-9E4B-89E38A1E2D43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CC8B-7057-4425-80D2-1808324F89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782828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 med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8F7C-D94B-4FE9-9E4B-89E38A1E2D43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CC8B-7057-4425-80D2-1808324F89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904319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8F7C-D94B-4FE9-9E4B-89E38A1E2D43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CC8B-7057-4425-80D2-1808324F89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290186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8F7C-D94B-4FE9-9E4B-89E38A1E2D43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CC8B-7057-4425-80D2-1808324F89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195579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306B67-57A6-5337-E878-BCEE295A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3BA2D66-DAE5-56C9-BF1A-248CDA226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6F0279C-B511-22B4-3D88-2E41CB405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8F7C-D94B-4FE9-9E4B-89E38A1E2D43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D410B4ED-73D7-1F7D-40AD-B545C7C11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63470048-2C57-17C7-4C65-3DA8EDA4D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CC8B-7057-4425-80D2-1808324F89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62084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9748F7C-D94B-4FE9-9E4B-89E38A1E2D43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F1CC8B-7057-4425-80D2-1808324F89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40015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357CAF-CCCD-A7B7-00FC-CFC45DADD5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Raspberry Pi </a:t>
            </a:r>
            <a:r>
              <a:rPr lang="da-DK" dirty="0" err="1"/>
              <a:t>Tutorials</a:t>
            </a:r>
            <a:endParaRPr lang="da-DK" dirty="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AF3A8FBF-DB4A-6ADD-9943-0150F078B3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Viktor From</a:t>
            </a:r>
          </a:p>
        </p:txBody>
      </p:sp>
    </p:spTree>
    <p:extLst>
      <p:ext uri="{BB962C8B-B14F-4D97-AF65-F5344CB8AC3E}">
        <p14:creationId xmlns:p14="http://schemas.microsoft.com/office/powerpoint/2010/main" val="2813281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18274C-70C2-A1C4-4B20-DCD8800CD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Agenda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7195905-ADBF-7F28-618E-E7FFEB803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a-DK" dirty="0"/>
              <a:t>Opgavens baggrund</a:t>
            </a:r>
          </a:p>
          <a:p>
            <a:r>
              <a:rPr lang="da-DK" dirty="0"/>
              <a:t>Systemdesign</a:t>
            </a:r>
          </a:p>
          <a:p>
            <a:r>
              <a:rPr lang="da-DK" dirty="0"/>
              <a:t>Design af brugerinterface.</a:t>
            </a:r>
          </a:p>
          <a:p>
            <a:r>
              <a:rPr lang="da-DK" dirty="0"/>
              <a:t>Demo</a:t>
            </a:r>
          </a:p>
          <a:p>
            <a:r>
              <a:rPr lang="da-DK" dirty="0"/>
              <a:t>Hvad der fungerer godt.</a:t>
            </a:r>
          </a:p>
          <a:p>
            <a:r>
              <a:rPr lang="da-DK" dirty="0"/>
              <a:t>Hvad der kan forbedres</a:t>
            </a:r>
          </a:p>
          <a:p>
            <a:r>
              <a:rPr lang="da-DK" dirty="0"/>
              <a:t>Konklusion</a:t>
            </a:r>
          </a:p>
          <a:p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899586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6F64AE-4C41-88C8-2F32-5026C99BE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Systemdesign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06326AA-C30A-4076-A0C4-59579AF99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/>
              <a:t>Model-View-Viewmodel</a:t>
            </a:r>
          </a:p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545594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ovedbegivenhed">
  <a:themeElements>
    <a:clrScheme name="Hovedbegivenhed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Hovedbegivenhed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ovedbegivenhed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TM04033927[[fn=Hovedbegivenhed]]</Template>
  <TotalTime>0</TotalTime>
  <Words>28</Words>
  <Application>Microsoft Office PowerPoint</Application>
  <PresentationFormat>Widescreen</PresentationFormat>
  <Paragraphs>14</Paragraphs>
  <Slides>3</Slides>
  <Notes>1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3</vt:i4>
      </vt:variant>
    </vt:vector>
  </HeadingPairs>
  <TitlesOfParts>
    <vt:vector size="7" baseType="lpstr">
      <vt:lpstr>Aptos</vt:lpstr>
      <vt:lpstr>Arial</vt:lpstr>
      <vt:lpstr>Impact</vt:lpstr>
      <vt:lpstr>Hovedbegivenhed</vt:lpstr>
      <vt:lpstr>Raspberry Pi Tutorials</vt:lpstr>
      <vt:lpstr>Agenda</vt:lpstr>
      <vt:lpstr>Systemdesign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Viktor Hugo Hersom From</dc:creator>
  <cp:lastModifiedBy>Viktor Hugo Hersom From</cp:lastModifiedBy>
  <cp:revision>2</cp:revision>
  <dcterms:created xsi:type="dcterms:W3CDTF">2025-11-25T11:04:47Z</dcterms:created>
  <dcterms:modified xsi:type="dcterms:W3CDTF">2025-11-25T11:17:47Z</dcterms:modified>
</cp:coreProperties>
</file>